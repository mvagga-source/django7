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287" r:id="rId32"/>
    <p:sldId id="288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4" r:id="rId66"/>
    <p:sldId id="323" r:id="rId6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2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slide" Target="slides/slide21.xml"  /><Relationship Id="rId23" Type="http://schemas.openxmlformats.org/officeDocument/2006/relationships/slide" Target="slides/slide22.xml"  /><Relationship Id="rId24" Type="http://schemas.openxmlformats.org/officeDocument/2006/relationships/slide" Target="slides/slide23.xml"  /><Relationship Id="rId25" Type="http://schemas.openxmlformats.org/officeDocument/2006/relationships/slide" Target="slides/slide24.xml"  /><Relationship Id="rId26" Type="http://schemas.openxmlformats.org/officeDocument/2006/relationships/slide" Target="slides/slide25.xml"  /><Relationship Id="rId27" Type="http://schemas.openxmlformats.org/officeDocument/2006/relationships/slide" Target="slides/slide26.xml"  /><Relationship Id="rId28" Type="http://schemas.openxmlformats.org/officeDocument/2006/relationships/slide" Target="slides/slide27.xml"  /><Relationship Id="rId29" Type="http://schemas.openxmlformats.org/officeDocument/2006/relationships/slide" Target="slides/slide28.xml"  /><Relationship Id="rId3" Type="http://schemas.openxmlformats.org/officeDocument/2006/relationships/slide" Target="slides/slide2.xml"  /><Relationship Id="rId30" Type="http://schemas.openxmlformats.org/officeDocument/2006/relationships/slide" Target="slides/slide29.xml"  /><Relationship Id="rId31" Type="http://schemas.openxmlformats.org/officeDocument/2006/relationships/slide" Target="slides/slide30.xml"  /><Relationship Id="rId32" Type="http://schemas.openxmlformats.org/officeDocument/2006/relationships/slide" Target="slides/slide31.xml"  /><Relationship Id="rId33" Type="http://schemas.openxmlformats.org/officeDocument/2006/relationships/slide" Target="slides/slide32.xml"  /><Relationship Id="rId34" Type="http://schemas.openxmlformats.org/officeDocument/2006/relationships/slide" Target="slides/slide33.xml"  /><Relationship Id="rId35" Type="http://schemas.openxmlformats.org/officeDocument/2006/relationships/slide" Target="slides/slide34.xml"  /><Relationship Id="rId36" Type="http://schemas.openxmlformats.org/officeDocument/2006/relationships/slide" Target="slides/slide35.xml"  /><Relationship Id="rId37" Type="http://schemas.openxmlformats.org/officeDocument/2006/relationships/slide" Target="slides/slide36.xml"  /><Relationship Id="rId38" Type="http://schemas.openxmlformats.org/officeDocument/2006/relationships/slide" Target="slides/slide37.xml"  /><Relationship Id="rId39" Type="http://schemas.openxmlformats.org/officeDocument/2006/relationships/slide" Target="slides/slide38.xml"  /><Relationship Id="rId4" Type="http://schemas.openxmlformats.org/officeDocument/2006/relationships/slide" Target="slides/slide3.xml"  /><Relationship Id="rId40" Type="http://schemas.openxmlformats.org/officeDocument/2006/relationships/slide" Target="slides/slide39.xml"  /><Relationship Id="rId41" Type="http://schemas.openxmlformats.org/officeDocument/2006/relationships/slide" Target="slides/slide40.xml"  /><Relationship Id="rId42" Type="http://schemas.openxmlformats.org/officeDocument/2006/relationships/slide" Target="slides/slide41.xml"  /><Relationship Id="rId43" Type="http://schemas.openxmlformats.org/officeDocument/2006/relationships/slide" Target="slides/slide42.xml"  /><Relationship Id="rId44" Type="http://schemas.openxmlformats.org/officeDocument/2006/relationships/slide" Target="slides/slide43.xml"  /><Relationship Id="rId45" Type="http://schemas.openxmlformats.org/officeDocument/2006/relationships/slide" Target="slides/slide44.xml"  /><Relationship Id="rId46" Type="http://schemas.openxmlformats.org/officeDocument/2006/relationships/slide" Target="slides/slide45.xml"  /><Relationship Id="rId47" Type="http://schemas.openxmlformats.org/officeDocument/2006/relationships/slide" Target="slides/slide46.xml"  /><Relationship Id="rId48" Type="http://schemas.openxmlformats.org/officeDocument/2006/relationships/slide" Target="slides/slide47.xml"  /><Relationship Id="rId49" Type="http://schemas.openxmlformats.org/officeDocument/2006/relationships/slide" Target="slides/slide48.xml"  /><Relationship Id="rId5" Type="http://schemas.openxmlformats.org/officeDocument/2006/relationships/slide" Target="slides/slide4.xml"  /><Relationship Id="rId50" Type="http://schemas.openxmlformats.org/officeDocument/2006/relationships/slide" Target="slides/slide49.xml"  /><Relationship Id="rId51" Type="http://schemas.openxmlformats.org/officeDocument/2006/relationships/slide" Target="slides/slide50.xml"  /><Relationship Id="rId52" Type="http://schemas.openxmlformats.org/officeDocument/2006/relationships/slide" Target="slides/slide51.xml"  /><Relationship Id="rId53" Type="http://schemas.openxmlformats.org/officeDocument/2006/relationships/slide" Target="slides/slide52.xml"  /><Relationship Id="rId54" Type="http://schemas.openxmlformats.org/officeDocument/2006/relationships/slide" Target="slides/slide53.xml"  /><Relationship Id="rId55" Type="http://schemas.openxmlformats.org/officeDocument/2006/relationships/slide" Target="slides/slide54.xml"  /><Relationship Id="rId56" Type="http://schemas.openxmlformats.org/officeDocument/2006/relationships/slide" Target="slides/slide55.xml"  /><Relationship Id="rId57" Type="http://schemas.openxmlformats.org/officeDocument/2006/relationships/slide" Target="slides/slide56.xml"  /><Relationship Id="rId58" Type="http://schemas.openxmlformats.org/officeDocument/2006/relationships/slide" Target="slides/slide57.xml"  /><Relationship Id="rId59" Type="http://schemas.openxmlformats.org/officeDocument/2006/relationships/slide" Target="slides/slide58.xml"  /><Relationship Id="rId6" Type="http://schemas.openxmlformats.org/officeDocument/2006/relationships/slide" Target="slides/slide5.xml"  /><Relationship Id="rId60" Type="http://schemas.openxmlformats.org/officeDocument/2006/relationships/slide" Target="slides/slide59.xml"  /><Relationship Id="rId61" Type="http://schemas.openxmlformats.org/officeDocument/2006/relationships/slide" Target="slides/slide60.xml"  /><Relationship Id="rId62" Type="http://schemas.openxmlformats.org/officeDocument/2006/relationships/slide" Target="slides/slide61.xml"  /><Relationship Id="rId63" Type="http://schemas.openxmlformats.org/officeDocument/2006/relationships/slide" Target="slides/slide62.xml"  /><Relationship Id="rId64" Type="http://schemas.openxmlformats.org/officeDocument/2006/relationships/slide" Target="slides/slide63.xml"  /><Relationship Id="rId65" Type="http://schemas.openxmlformats.org/officeDocument/2006/relationships/slide" Target="slides/slide64.xml"  /><Relationship Id="rId66" Type="http://schemas.openxmlformats.org/officeDocument/2006/relationships/slide" Target="slides/slide65.xml"  /><Relationship Id="rId67" Type="http://schemas.openxmlformats.org/officeDocument/2006/relationships/slide" Target="slides/slide66.xml"  /><Relationship Id="rId68" Type="http://schemas.openxmlformats.org/officeDocument/2006/relationships/presProps" Target="presProps.xml"  /><Relationship Id="rId69" Type="http://schemas.openxmlformats.org/officeDocument/2006/relationships/viewProps" Target="viewProps.xml"  /><Relationship Id="rId7" Type="http://schemas.openxmlformats.org/officeDocument/2006/relationships/slide" Target="slides/slide6.xml"  /><Relationship Id="rId70" Type="http://schemas.openxmlformats.org/officeDocument/2006/relationships/theme" Target="theme/theme1.xml"  /><Relationship Id="rId71" Type="http://schemas.openxmlformats.org/officeDocument/2006/relationships/tableStyles" Target="tableStyles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8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9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0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1.png"  /><Relationship Id="rId3" Type="http://schemas.openxmlformats.org/officeDocument/2006/relationships/image" Target="../media/image11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2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3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4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5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6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7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8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9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0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1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2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3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4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5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6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7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8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9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0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1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2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3.pn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4.png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5.png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6.png"  /><Relationship Id="rId3" Type="http://schemas.openxmlformats.org/officeDocument/2006/relationships/image" Target="../media/image37.png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8.png"  /><Relationship Id="rId3" Type="http://schemas.openxmlformats.org/officeDocument/2006/relationships/image" Target="../media/image39.png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40.png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41.png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42.png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43.png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44.png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45.png"  /></Relationships>
</file>

<file path=ppt/slides/_rels/slide4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46.png"  /></Relationships>
</file>

<file path=ppt/slides/_rels/slide4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47.png"  /></Relationships>
</file>

<file path=ppt/slides/_rels/slide4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48.png"  /></Relationships>
</file>

<file path=ppt/slides/_rels/slide4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49.png"  /></Relationships>
</file>

<file path=ppt/slides/_rels/slide4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50.png"  /></Relationships>
</file>

<file path=ppt/slides/_rels/slide4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51.png"  /></Relationships>
</file>

<file path=ppt/slides/_rels/slide4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52.png"  /></Relationships>
</file>

<file path=ppt/slides/_rels/slide5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53.png"  /></Relationships>
</file>

<file path=ppt/slides/_rels/slide5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54.png"  /></Relationships>
</file>

<file path=ppt/slides/_rels/slide5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55.png"  /></Relationships>
</file>

<file path=ppt/slides/_rels/slide5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56.png"  /></Relationships>
</file>

<file path=ppt/slides/_rels/slide5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57.png"  /></Relationships>
</file>

<file path=ppt/slides/_rels/slide5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58.png"  /></Relationships>
</file>

<file path=ppt/slides/_rels/slide5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59.png"  /></Relationships>
</file>

<file path=ppt/slides/_rels/slide5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60.png"  /></Relationships>
</file>

<file path=ppt/slides/_rels/slide5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61.png"  /></Relationships>
</file>

<file path=ppt/slides/_rels/slide5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62.png"  /></Relationships>
</file>

<file path=ppt/slides/_rels/slide6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63.png"  /></Relationships>
</file>

<file path=ppt/slides/_rels/slide6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64.png"  /></Relationships>
</file>

<file path=ppt/slides/_rels/slide6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65.png"  /></Relationships>
</file>

<file path=ppt/slides/_rels/slide6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66.png"  /></Relationships>
</file>

<file path=ppt/slides/_rels/slide6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67.png"  /></Relationships>
</file>

<file path=ppt/slides/_rels/slide6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68.png"  /></Relationships>
</file>

<file path=ppt/slides/_rels/slide6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9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2092851" y="4225920"/>
            <a:ext cx="751314" cy="240458"/>
          </a:xfrm>
          <a:prstGeom prst="rect">
            <a:avLst/>
          </a:prstGeom>
          <a:solidFill>
            <a:schemeClr val="lt1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00"/>
              <a:t>회원 메일</a:t>
            </a:r>
            <a:endParaRPr lang="ko-KR" altLang="en-US" sz="1000"/>
          </a:p>
        </p:txBody>
      </p:sp>
      <p:sp>
        <p:nvSpPr>
          <p:cNvPr id="4" name=""/>
          <p:cNvSpPr txBox="1"/>
          <p:nvPr/>
        </p:nvSpPr>
        <p:spPr>
          <a:xfrm>
            <a:off x="2092851" y="3940170"/>
            <a:ext cx="884664" cy="240458"/>
          </a:xfrm>
          <a:prstGeom prst="rect">
            <a:avLst/>
          </a:prstGeom>
          <a:solidFill>
            <a:schemeClr val="lt1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00"/>
              <a:t>회원 닉네임</a:t>
            </a:r>
            <a:endParaRPr lang="ko-KR" altLang="en-US" sz="1000"/>
          </a:p>
        </p:txBody>
      </p:sp>
      <p:sp>
        <p:nvSpPr>
          <p:cNvPr id="5" name=""/>
          <p:cNvSpPr txBox="1"/>
          <p:nvPr/>
        </p:nvSpPr>
        <p:spPr>
          <a:xfrm>
            <a:off x="2092851" y="4557178"/>
            <a:ext cx="751314" cy="241517"/>
          </a:xfrm>
          <a:prstGeom prst="rect">
            <a:avLst/>
          </a:prstGeom>
          <a:solidFill>
            <a:schemeClr val="lt1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00"/>
              <a:t>회원 생일</a:t>
            </a:r>
            <a:endParaRPr lang="ko-KR" altLang="en-US" sz="1000"/>
          </a:p>
        </p:txBody>
      </p:sp>
      <p:sp>
        <p:nvSpPr>
          <p:cNvPr id="6" name=""/>
          <p:cNvSpPr txBox="1"/>
          <p:nvPr/>
        </p:nvSpPr>
        <p:spPr>
          <a:xfrm>
            <a:off x="2092851" y="4874678"/>
            <a:ext cx="751314" cy="241517"/>
          </a:xfrm>
          <a:prstGeom prst="rect">
            <a:avLst/>
          </a:prstGeom>
          <a:solidFill>
            <a:schemeClr val="lt1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00"/>
              <a:t>회원 성별</a:t>
            </a:r>
            <a:endParaRPr lang="ko-KR" altLang="en-US" sz="1000"/>
          </a:p>
        </p:txBody>
      </p:sp>
      <p:sp>
        <p:nvSpPr>
          <p:cNvPr id="7" name=""/>
          <p:cNvSpPr txBox="1"/>
          <p:nvPr/>
        </p:nvSpPr>
        <p:spPr>
          <a:xfrm>
            <a:off x="2092851" y="5166777"/>
            <a:ext cx="598914" cy="241518"/>
          </a:xfrm>
          <a:prstGeom prst="rect">
            <a:avLst/>
          </a:prstGeom>
          <a:solidFill>
            <a:schemeClr val="lt1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00"/>
              <a:t>가입일</a:t>
            </a:r>
            <a:endParaRPr lang="ko-KR" altLang="en-US" sz="1000"/>
          </a:p>
        </p:txBody>
      </p:sp>
      <p:sp>
        <p:nvSpPr>
          <p:cNvPr id="8" name=""/>
          <p:cNvSpPr txBox="1"/>
          <p:nvPr/>
        </p:nvSpPr>
        <p:spPr>
          <a:xfrm>
            <a:off x="2092851" y="5484277"/>
            <a:ext cx="1237089" cy="241518"/>
          </a:xfrm>
          <a:prstGeom prst="rect">
            <a:avLst/>
          </a:prstGeom>
          <a:solidFill>
            <a:schemeClr val="lt1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00"/>
              <a:t>생성공유다이어리</a:t>
            </a:r>
            <a:endParaRPr lang="ko-KR" altLang="en-US" sz="1000"/>
          </a:p>
        </p:txBody>
      </p:sp>
      <p:sp>
        <p:nvSpPr>
          <p:cNvPr id="9" name=""/>
          <p:cNvSpPr txBox="1"/>
          <p:nvPr/>
        </p:nvSpPr>
        <p:spPr>
          <a:xfrm>
            <a:off x="2092851" y="5812360"/>
            <a:ext cx="1237089" cy="243633"/>
          </a:xfrm>
          <a:prstGeom prst="rect">
            <a:avLst/>
          </a:prstGeom>
          <a:solidFill>
            <a:schemeClr val="lt1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00"/>
              <a:t>가입공유다이어리</a:t>
            </a:r>
            <a:endParaRPr lang="ko-KR" alt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cxnSp>
        <p:nvCxnSpPr>
          <p:cNvPr id="4" name=""/>
          <p:cNvCxnSpPr/>
          <p:nvPr/>
        </p:nvCxnSpPr>
        <p:spPr>
          <a:xfrm rot="16200000" flipV="1">
            <a:off x="3885902" y="3699371"/>
            <a:ext cx="605234" cy="501055"/>
          </a:xfrm>
          <a:prstGeom prst="bentConnector3">
            <a:avLst>
              <a:gd name="adj1" fmla="val 43855"/>
            </a:avLst>
          </a:prstGeom>
          <a:ln w="19050">
            <a:solidFill>
              <a:srgbClr val="ff84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"/>
          <p:cNvCxnSpPr/>
          <p:nvPr/>
        </p:nvCxnSpPr>
        <p:spPr>
          <a:xfrm rot="10800000">
            <a:off x="7807523" y="2575719"/>
            <a:ext cx="585391" cy="357187"/>
          </a:xfrm>
          <a:prstGeom prst="bentConnector3">
            <a:avLst>
              <a:gd name="adj1" fmla="val 50000"/>
            </a:avLst>
          </a:prstGeom>
          <a:ln w="19050">
            <a:solidFill>
              <a:srgbClr val="ff84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"/>
          <p:cNvCxnSpPr/>
          <p:nvPr/>
        </p:nvCxnSpPr>
        <p:spPr>
          <a:xfrm rot="10800000">
            <a:off x="7807523" y="4371579"/>
            <a:ext cx="585391" cy="357187"/>
          </a:xfrm>
          <a:prstGeom prst="bentConnector3">
            <a:avLst>
              <a:gd name="adj1" fmla="val 50000"/>
            </a:avLst>
          </a:prstGeom>
          <a:ln w="19050">
            <a:solidFill>
              <a:srgbClr val="ff84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 rotWithShape="1">
          <a:blip r:embed="rId3"/>
          <a:srcRect l="51190" t="50000" r="14320" b="39790"/>
          <a:stretch>
            <a:fillRect/>
          </a:stretch>
        </p:blipFill>
        <p:spPr>
          <a:xfrm>
            <a:off x="6240861" y="3174007"/>
            <a:ext cx="4204889" cy="700484"/>
          </a:xfrm>
          <a:prstGeom prst="rect">
            <a:avLst/>
          </a:prstGeom>
        </p:spPr>
      </p:pic>
      <p:sp>
        <p:nvSpPr>
          <p:cNvPr id="4" name=""/>
          <p:cNvSpPr/>
          <p:nvPr/>
        </p:nvSpPr>
        <p:spPr>
          <a:xfrm>
            <a:off x="6096000" y="3874492"/>
            <a:ext cx="4570412" cy="3466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" name=""/>
          <p:cNvSpPr txBox="1"/>
          <p:nvPr/>
        </p:nvSpPr>
        <p:spPr>
          <a:xfrm>
            <a:off x="7085011" y="2676524"/>
            <a:ext cx="416879" cy="207646"/>
          </a:xfrm>
          <a:prstGeom prst="rect">
            <a:avLst/>
          </a:prstGeom>
          <a:solidFill>
            <a:schemeClr val="lt1"/>
          </a:solidFill>
        </p:spPr>
        <p:txBody>
          <a:bodyPr wrap="none">
            <a:spAutoFit/>
          </a:bodyPr>
          <a:p>
            <a:pPr>
              <a:defRPr/>
            </a:pPr>
            <a:r>
              <a:rPr lang="ko-KR" altLang="en-US" sz="800"/>
              <a:t>회원</a:t>
            </a:r>
            <a:endParaRPr lang="ko-KR" altLang="en-US" sz="800"/>
          </a:p>
        </p:txBody>
      </p:sp>
      <p:sp>
        <p:nvSpPr>
          <p:cNvPr id="6" name=""/>
          <p:cNvSpPr txBox="1"/>
          <p:nvPr/>
        </p:nvSpPr>
        <p:spPr>
          <a:xfrm>
            <a:off x="7085011" y="2918736"/>
            <a:ext cx="845503" cy="213084"/>
          </a:xfrm>
          <a:prstGeom prst="rect">
            <a:avLst/>
          </a:prstGeom>
          <a:solidFill>
            <a:schemeClr val="lt1"/>
          </a:solidFill>
        </p:spPr>
        <p:txBody>
          <a:bodyPr wrap="none">
            <a:spAutoFit/>
          </a:bodyPr>
          <a:p>
            <a:pPr>
              <a:defRPr/>
            </a:pPr>
            <a:r>
              <a:rPr lang="ko-KR" altLang="en-US" sz="800"/>
              <a:t>다이어리 번호</a:t>
            </a:r>
            <a:endParaRPr lang="ko-KR" altLang="en-US" sz="800"/>
          </a:p>
        </p:txBody>
      </p:sp>
      <p:sp>
        <p:nvSpPr>
          <p:cNvPr id="7" name=""/>
          <p:cNvSpPr txBox="1"/>
          <p:nvPr/>
        </p:nvSpPr>
        <p:spPr>
          <a:xfrm>
            <a:off x="7085011" y="3162429"/>
            <a:ext cx="521654" cy="207516"/>
          </a:xfrm>
          <a:prstGeom prst="rect">
            <a:avLst/>
          </a:prstGeom>
          <a:solidFill>
            <a:schemeClr val="lt1"/>
          </a:solidFill>
        </p:spPr>
        <p:txBody>
          <a:bodyPr wrap="none">
            <a:spAutoFit/>
          </a:bodyPr>
          <a:p>
            <a:pPr>
              <a:defRPr/>
            </a:pPr>
            <a:r>
              <a:rPr lang="ko-KR" altLang="en-US" sz="800"/>
              <a:t>작성일</a:t>
            </a:r>
            <a:endParaRPr lang="ko-KR" altLang="en-US" sz="800"/>
          </a:p>
        </p:txBody>
      </p:sp>
      <p:sp>
        <p:nvSpPr>
          <p:cNvPr id="8" name=""/>
          <p:cNvSpPr txBox="1"/>
          <p:nvPr/>
        </p:nvSpPr>
        <p:spPr>
          <a:xfrm>
            <a:off x="7085011" y="3398658"/>
            <a:ext cx="645479" cy="213084"/>
          </a:xfrm>
          <a:prstGeom prst="rect">
            <a:avLst/>
          </a:prstGeom>
          <a:solidFill>
            <a:schemeClr val="lt1"/>
          </a:solidFill>
        </p:spPr>
        <p:txBody>
          <a:bodyPr wrap="none">
            <a:spAutoFit/>
          </a:bodyPr>
          <a:p>
            <a:pPr>
              <a:defRPr/>
            </a:pPr>
            <a:r>
              <a:rPr lang="ko-KR" altLang="en-US" sz="800"/>
              <a:t>감정점수 </a:t>
            </a:r>
            <a:endParaRPr lang="ko-KR" altLang="en-US" sz="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17</ep:Words>
  <ep:PresentationFormat>화면 슬라이드 쇼(4:3)</ep:PresentationFormat>
  <ep:Paragraphs>11</ep:Paragraphs>
  <ep:Slides>66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66</vt:i4>
      </vt:variant>
    </vt:vector>
  </ep:HeadingPairs>
  <ep:TitlesOfParts>
    <vt:vector size="67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  <vt:lpstr>슬라이드 48</vt:lpstr>
      <vt:lpstr>슬라이드 49</vt:lpstr>
      <vt:lpstr>슬라이드 50</vt:lpstr>
      <vt:lpstr>슬라이드 51</vt:lpstr>
      <vt:lpstr>슬라이드 52</vt:lpstr>
      <vt:lpstr>슬라이드 53</vt:lpstr>
      <vt:lpstr>슬라이드 54</vt:lpstr>
      <vt:lpstr>슬라이드 55</vt:lpstr>
      <vt:lpstr>슬라이드 56</vt:lpstr>
      <vt:lpstr>슬라이드 57</vt:lpstr>
      <vt:lpstr>슬라이드 58</vt:lpstr>
      <vt:lpstr>슬라이드 59</vt:lpstr>
      <vt:lpstr>슬라이드 60</vt:lpstr>
      <vt:lpstr>슬라이드 61</vt:lpstr>
      <vt:lpstr>슬라이드 62</vt:lpstr>
      <vt:lpstr>슬라이드 63</vt:lpstr>
      <vt:lpstr>슬라이드 64</vt:lpstr>
      <vt:lpstr>슬라이드 65</vt:lpstr>
      <vt:lpstr>슬라이드 66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2024-12-02T02:06:58.697</dcterms:created>
  <dc:creator>KOSMO</dc:creator>
  <cp:lastModifiedBy>KOSMO</cp:lastModifiedBy>
  <dcterms:modified xsi:type="dcterms:W3CDTF">2025-01-13T01:20:26.391</dcterms:modified>
  <cp:revision>49</cp:revision>
  <cp:version>1000.0000.01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